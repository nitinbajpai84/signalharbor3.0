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Signal Harbor 3.0: a walkthrough of the app as it is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-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8540" y="1188720"/>
            <a:ext cx="4044439" cy="443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44444"/>
                </a:solidFill>
              </a:defRPr>
            </a:pPr>
            <a:r>
              <a:t>The Evergreen family office, start to end, from real screens of a running local server.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Four places: Action, Build, Consume, Knowledge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-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8540" y="1188720"/>
            <a:ext cx="4044439" cy="443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44444"/>
                </a:solidFill>
              </a:defRPr>
            </a:pPr>
            <a:r>
              <a:t>The top bar holds the four places; the Desk is home.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Sign in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-sign-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888" y="1188720"/>
            <a:ext cx="7095744" cy="443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44444"/>
                </a:solidFill>
              </a:defRPr>
            </a:pPr>
            <a:r>
              <a:t>A person signs in with their own office account.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The Desk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-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8540" y="1188720"/>
            <a:ext cx="4044439" cy="443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44444"/>
                </a:solidFill>
              </a:defRPr>
            </a:pPr>
            <a:r>
              <a:t>The Desk lists what needs a person and what Harbor is working 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Start a build by talking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use-head_of_data-draf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888" y="1188720"/>
            <a:ext cx="7095744" cy="443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44444"/>
                </a:solidFill>
              </a:defRPr>
            </a:pPr>
            <a:r>
              <a:t>A person describes the use case in their own words; Harbor starts drafting the brief.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Drop files for the use 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4-build-drop-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886" y="1188720"/>
            <a:ext cx="1837746" cy="443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44444"/>
                </a:solidFill>
              </a:defRPr>
            </a:pPr>
            <a:r>
              <a:t>Files are dropped on the band under the conversation; Harbor reads them on this machine.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Decision 1: is this the brief you want?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use-head_of_data-decisio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390" y="1188720"/>
            <a:ext cx="2746739" cy="443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44444"/>
                </a:solidFill>
              </a:defRPr>
            </a:pPr>
            <a:r>
              <a:t>Harbor shows the brief, the open points and the record; the person confirms or changes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Sending to a signer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use-investment_analyst-sent-wai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748" y="1188720"/>
            <a:ext cx="2742022" cy="443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44444"/>
                </a:solidFill>
              </a:defRPr>
            </a:pPr>
            <a:r>
              <a:t>A person who may not sign sends Decision 1 to the signer; the thread waits in their name.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The signer's Action card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use-investment_analyst-signer-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189" y="1188720"/>
            <a:ext cx="3361141" cy="443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44444"/>
                </a:solidFill>
              </a:defRPr>
            </a:pPr>
            <a:r>
              <a:t>The signer sees the decision waiting on the Action page.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The signer confirms; the record shows both names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use-investment_analyst-rec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086" y="1188720"/>
            <a:ext cx="2379347" cy="443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44444"/>
                </a:solidFill>
              </a:defRPr>
            </a:pPr>
            <a:r>
              <a:t>Daniel Foo confirmed, and the record names Sofia Reyes as raiser. The signature line still reads Not yet, because the build then stopped on a missing step.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Decision 2: here is what I understood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use-hr_admin-decision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352" y="1188720"/>
            <a:ext cx="2810814" cy="443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44444"/>
                </a:solidFill>
              </a:defRPr>
            </a:pPr>
            <a:r>
              <a:t>Harbor lists what it understood and asks the person to check it before carrying 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Decision 3: numbers match, go live?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use-hr_admin-decision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704" y="1188720"/>
            <a:ext cx="2398111" cy="443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44444"/>
                </a:solidFill>
              </a:defRPr>
            </a:pPr>
            <a:r>
              <a:t>Harbor checks its work and asks for go-live. This build has no figures, so the screen shows the process check rather than row counts.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Live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use-hr_admin-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682" y="1188720"/>
            <a:ext cx="2078154" cy="443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44444"/>
                </a:solidFill>
              </a:defRPr>
            </a:pPr>
            <a:r>
              <a:t>Once confirmed, the use case goes live and Harbor writes the first note.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Consume: a question answered from the live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7-consume-ans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627" y="1188720"/>
            <a:ext cx="5458264" cy="443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44444"/>
                </a:solidFill>
              </a:defRPr>
            </a:pPr>
            <a:r>
              <a:t>A question about the portfolio is answered from the live use case, with its source named.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Knowledge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8-knowl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200" y="1188720"/>
            <a:ext cx="4365119" cy="443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44444"/>
                </a:solidFill>
              </a:defRPr>
            </a:pPr>
            <a:r>
              <a:t>Knowledge shows what the office knows about itself, from its own records.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Knowledge &gt; Skills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9-knowledge-ski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7139" y="1188720"/>
            <a:ext cx="1187241" cy="443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44444"/>
                </a:solidFill>
              </a:defRPr>
            </a:pPr>
            <a:r>
              <a:t>Skills lists the steps Harbor uses, each one named.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A process-only SOP: no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am-hr_admin-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329" y="1188720"/>
            <a:ext cx="2022860" cy="443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44444"/>
                </a:solidFill>
              </a:defRPr>
            </a:pPr>
            <a:r>
              <a:t>Priya Nair's build turns a written process into a process map and an SOP; there are no figures to check.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Phone view (390 x 844)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0-phone-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7907" y="1188720"/>
            <a:ext cx="585705" cy="443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44444"/>
                </a:solidFill>
              </a:defRPr>
            </a:pPr>
            <a:r>
              <a:t>The Desk on a phone keeps the same places in a narrow column.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A build that stopped: the file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am-investment_analyst-build-stu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044" y="1188720"/>
            <a:ext cx="2117430" cy="443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44444"/>
                </a:solidFill>
              </a:defRPr>
            </a:pPr>
            <a:r>
              <a:t>Sofia Reyes's manager-diligence build stopped at 'I have no files to read yet'; it did not reach Decision 2 or Decision 3.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What is still being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am-head_of_data-cons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888" y="1188720"/>
            <a:ext cx="7095744" cy="443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44444"/>
                </a:solidFill>
              </a:defRPr>
            </a:pPr>
            <a:r>
              <a:t>Harbor reading PDF statements and confirmations; the break amount for operations; figures from report workbooks. The screens above are what runs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